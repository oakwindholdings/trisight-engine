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July 31,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23/100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-1230.9%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3.70, Volatility: 55.5%)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23/100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7/31/2025, 10:05:26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2025-08-01T02:05:26Z</dcterms:created>
  <dcterms:modified xsi:type="dcterms:W3CDTF">2025-08-01T02:05:26Z</dcterms:modified>
</cp:coreProperties>
</file>