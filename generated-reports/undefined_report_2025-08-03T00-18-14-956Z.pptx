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AAPL | August 2,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13/100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2.0% YoY with decelerating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-636.1%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2.11, Volatility: 31.6%)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STRONGSELL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13/100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Quality (38/100)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8/2/2025, 8:18:14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2025-08-03T00:18:14Z</dcterms:created>
  <dcterms:modified xsi:type="dcterms:W3CDTF">2025-08-03T00:18:14Z</dcterms:modified>
</cp:coreProperties>
</file>