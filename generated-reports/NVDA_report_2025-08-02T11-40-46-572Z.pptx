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Placeholder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TriSight Analytics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Corporation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Analysis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NVDA | August 2, 2025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solidFill>
            <a:srgbClr val="EF4444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Score: 22/100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TriSight Analytics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Score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8006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8006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of 114.2% YoY with accelerating trend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appears overvalued with -1199.8% margin of safety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competitive moat with ROIC of 0.0%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profile: High (Beta: 3.61, Volatility: 54.1%)</a:t>
            </a:r>
            <a:endParaRPr lang="en-US" sz="1600" dirty="0"/>
          </a:p>
        </p:txBody>
      </p:sp>
      <p:sp>
        <p:nvSpPr>
          <p:cNvPr id="16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Metrics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Analysis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49377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937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55778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5577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2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Indicators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58521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7498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9966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00"/>
              </a:lnSpc>
            </a:pPr>
            <a:endParaRPr lang="en-US" sz="160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Detection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Patterns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521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&amp; Resistance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Levels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521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 Summary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SELL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investment score: 22/100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level: 80%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strength: Growth (80/100)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concern: High risk profile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horizon: Medium-term (1-2 years)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Disclaimers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is for informational purposes only and does not constitute investment advice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performance is not indicative of future results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investments carry risk, including the potential loss of principal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is based on publicly available information and may not be complete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should conduct their own due diligence before making investment decisions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Forward-looking statements are subject to risks and uncertainties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on 8/2/2025, 7:40:46 AM by TriSight Analytics v2.0</a:t>
            </a:r>
            <a:endParaRPr lang="en-US" sz="10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TriSight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Equity Research Presentation</dc:title>
  <dc:subject>Investment Analysis Report</dc:subject>
  <dc:creator>TriSight Analytics</dc:creator>
  <cp:lastModifiedBy>TriSight Analytics</cp:lastModifiedBy>
  <cp:revision>1</cp:revision>
  <dcterms:created xsi:type="dcterms:W3CDTF">2025-08-02T11:40:46Z</dcterms:created>
  <dcterms:modified xsi:type="dcterms:W3CDTF">2025-08-02T11:40:46Z</dcterms:modified>
</cp:coreProperties>
</file>