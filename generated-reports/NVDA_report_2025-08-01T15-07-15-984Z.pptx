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-1209.3%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8/1/2025, 11:07:16 AM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2025-08-01T15:07:16Z</dcterms:created>
  <dcterms:modified xsi:type="dcterms:W3CDTF">2025-08-01T15:07:16Z</dcterms:modified>
</cp:coreProperties>
</file>