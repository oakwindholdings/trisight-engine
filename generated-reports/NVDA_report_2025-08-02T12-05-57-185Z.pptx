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2,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8/2/2025, 8:05:57 AM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2025-08-02T12:05:57Z</dcterms:created>
  <dcterms:modified xsi:type="dcterms:W3CDTF">2025-08-02T12:05:57Z</dcterms:modified>
</cp:coreProperties>
</file>