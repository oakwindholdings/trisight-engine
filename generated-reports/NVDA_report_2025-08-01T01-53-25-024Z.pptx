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-1230.9%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3.70, Volatility: 55.5%)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9:53:25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2025-08-01T01:53:25Z</dcterms:created>
  <dcterms:modified xsi:type="dcterms:W3CDTF">2025-08-01T01:53:25Z</dcterms:modified>
</cp:coreProperties>
</file>