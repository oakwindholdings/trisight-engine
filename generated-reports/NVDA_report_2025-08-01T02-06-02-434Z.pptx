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TriSight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Corporation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Analysis Report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 | July 31, 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Score: 23/100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TriSight Analytics</a:t>
            </a:r>
            <a:endParaRPr lang="en-US" sz="12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411480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of 114.2% YoY with accelerating trend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appears overvalued with -1230.9% margin of safety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competitive moat with ROIC of 0.0%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profile: High (Beta: 3.70, Volatility: 55.5%)</a:t>
            </a:r>
            <a:endParaRPr lang="en-US" sz="1600" dirty="0"/>
          </a:p>
        </p:txBody>
      </p:sp>
      <p:sp>
        <p:nvSpPr>
          <p:cNvPr id="16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5577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Indicators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498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9966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endParaRPr lang="en-US" sz="1600" dirty="0"/>
          </a:p>
        </p:txBody>
      </p:sp>
      <p:sp>
        <p:nvSpPr>
          <p:cNvPr id="9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Detection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&amp; Resistance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73152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CHART]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8521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Signals Summary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914400"/>
        </p:xfrm>
        <a:graphic>
          <a:graphicData uri="http://schemas.openxmlformats.org/drawingml/2006/table">
            <a:tbl>
              <a:tblPr/>
              <a:tblGrid/>
              <a:tr h="0"/>
            </a:tbl>
          </a:graphicData>
        </a:graphic>
      </p:graphicFrame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SELL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investment score: 23/100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level: 80%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strength: Growth (80/100)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concern: High risk profile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horizon: Medium-term (1-2 years)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Disclaimers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400"/>
              </a:lnSpc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is for informational purposes only and does not constitute investment advice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 is not indicative of future results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investments carry risk, including the potential loss of principal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is based on publicly available information and may not be complete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should conduct their own due diligence before making investment decisions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are subject to risks and uncertainties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7/31/2025, 10:06:02 PM by TriSight Analytics v2.0</a:t>
            </a:r>
            <a:endParaRPr lang="en-US" sz="10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TriSight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 Research Presentation</dc:title>
  <dc:subject>Investment Analysis Report</dc:subject>
  <dc:creator>TriSight Analytics</dc:creator>
  <cp:lastModifiedBy>TriSight Analytics</cp:lastModifiedBy>
  <cp:revision>1</cp:revision>
  <dcterms:created xsi:type="dcterms:W3CDTF">2025-08-01T02:06:02Z</dcterms:created>
  <dcterms:modified xsi:type="dcterms:W3CDTF">2025-08-01T02:06:02Z</dcterms:modified>
</cp:coreProperties>
</file>