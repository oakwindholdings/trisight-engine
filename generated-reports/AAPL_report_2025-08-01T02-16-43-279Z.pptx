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Placeholder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TriSight Analytics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Inc.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Analysis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AAPL | July 31, 2025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solidFill>
            <a:srgbClr val="EF444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STRONGSELL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Score: 13/100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TriSight Analytics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8006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of 2.0% YoY with decelerating trend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appears overvalued with -654.9% margin of safety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competitive moat with ROIC of 0.0%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profile: High (Beta: 2.10, Volatility: 31.6%)</a:t>
            </a:r>
            <a:endParaRPr lang="en-US" sz="16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Metrics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Analysis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937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5577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2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Indicators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58521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7498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9966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Detection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Patterns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&amp; Resistance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Levels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 Summary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STRONGSELL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investment score: 13/100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level: 80%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strength: Quality (38/100)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concern: High risk profile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horizon: Medium-term (1-2 years)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Disclaimers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is for informational purposes only and does not constitute investment advice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performance is not indicative of future results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investments carry risk, including the potential loss of principal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is based on publicly available information and may not be complete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should conduct their own due diligence before making investment decisions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 statements are subject to risks and uncertainties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on 7/31/2025, 10:16:43 PM by TriSight Analytics v2.0</a:t>
            </a:r>
            <a:endParaRPr lang="en-US" sz="10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TriSight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Equity Research Presentation</dc:title>
  <dc:subject>Investment Analysis Report</dc:subject>
  <dc:creator>TriSight Analytics</dc:creator>
  <cp:lastModifiedBy>TriSight Analytics</cp:lastModifiedBy>
  <cp:revision>1</cp:revision>
  <dcterms:created xsi:type="dcterms:W3CDTF">2025-08-01T02:16:43Z</dcterms:created>
  <dcterms:modified xsi:type="dcterms:W3CDTF">2025-08-01T02:16:43Z</dcterms:modified>
</cp:coreProperties>
</file>