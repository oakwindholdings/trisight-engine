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August 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22/100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-1199.8%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3.61, Volatility: 54.1%)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22/100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8/1/2025, 9:02:04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2025-08-02T01:02:04Z</dcterms:created>
  <dcterms:modified xsi:type="dcterms:W3CDTF">2025-08-02T01:02:04Z</dcterms:modified>
</cp:coreProperties>
</file>